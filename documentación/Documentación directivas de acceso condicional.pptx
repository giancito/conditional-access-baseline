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32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</p:sldIdLst>
  <p:sldSz cx="12192000" cy="6858000"/>
  <p:notesSz cx="6858000" cy="9144000"/>
  <p:defaultTextStyle>
    <a:defPPr defTabSz="457200">
      <a:defRPr lang="en-US" dirty="0"/>
    </a:defPPr>
    <a:lvl1pPr marL="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078D4"/>
    <a:srgbClr val="54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29"/>
    <p:restoredTop sz="96966"/>
  </p:normalViewPr>
  <p:slideViewPr>
    <p:cSldViewPr snapToGrid="0" snapToObjects="1">
      <p:cViewPr varScale="1">
        <p:scale>
          <a:sx n="111" d="100"/>
          <a:sy n="111" d="100"/>
        </p:scale>
        <p:origin x="10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3884613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pPr algn="r"/>
            <a:fld id="{7E7EECB4-8038-4591-ABE6-E9D396064768}" type="datetimeFigureOut">
              <a:rPr lang="es-PE"/>
              <a:t>10/05/2026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685800" y="1143000"/>
            <a:ext cx="5486400" cy="3086100"/>
          </a:xfrm>
          <a:prstGeom prst="rect">
            <a:avLst/>
          </a:prstGeom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85800" y="4400550"/>
            <a:ext cx="5486400" cy="36004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/>
          <a:p>
            <a:r>
              <a:t>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3884613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pPr algn="r"/>
            <a:fld id="{95E1B917-2FD5-421D-A434-AA6C5F56F674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dirty="0">
        <a:latin typeface="Calibri"/>
        <a:ea typeface="Calibri"/>
        <a:cs typeface="Calibr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CA001 - Todas las aplicaciones en la nube - Requerir MFA - Para todos los usuarios</a:t>
            </a:r>
          </a:p>
          <a:p>
            <a:r>
              <a:t>Portal link: https://entra.microsoft.com/#view/Microsoft_AAD_ConditionalAccess/PolicyBlade/policyId/8197f8a1-eb7d-431f-b1e6-4f828897ebaf
</a:t>
            </a:r>
          </a:p>
          <a:p>
            <a:r>
              <a:t>{
  "id": "8197f8a1-eb7d-431f-b1e6-4f828897ebaf",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
        "d29b2b05-8046-44ba-8758-1e26182fcf32"
      ],
      "excludeUsers": [],
      "includeGroups": [],
      "includeRoles": [],
      "includeUsers": [
        "All"
      ]
    },
    "times": null,
    "agents": null
  },
  "createdDateTime": "2026-05-10T16:44:47.9143799\u002B00:00",
  "displayName": "CA001 - Todas las aplicaciones en la nube - Requerir MFA - Para todos los usuarios",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"https://graph.microsoft.com/beta/$metadata#policies/conditionalAccessPolicies(\u00278197f8a1-eb7d-431f-b1e6-4f828897ebaf\u0027)/grantControls/authenticationStrength/$entity"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0C4D598-5B8C-4AA1-B1AE-FD4F58F13F91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CA002 - Todas las aplicaciones en la nube - Bloquear autenticacion heredada - Para todos los usuarios</a:t>
            </a:r>
          </a:p>
          <a:p>
            <a:r>
              <a:t>Portal link: https://entra.microsoft.com/#view/Microsoft_AAD_ConditionalAccess/PolicyBlade/policyId/ca23ea82-3de6-4110-aeed-a2a9ce16f31d
</a:t>
            </a:r>
          </a:p>
          <a:p>
            <a:r>
              <a:t>{
  "id": "ca23ea82-3de6-4110-aeed-a2a9ce16f31d",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"exchangeActiveSync",
      "other"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"2026-05-10T16:44:51.1062184\u002B00:00",
  "displayName": "CA002 - Todas las aplicaciones en la nube - Bloquear autenticacion heredada - Para todos los usuarios",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"https://graph.microsoft.com/beta/$metadata#policies/conditionalAccessPolicies(\u0027ca23ea82-3de6-4110-aeed-a2a9ce16f31d\u0027)/grantControls/authenticationStrength/$entity"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0FEFB50-4F0F-42B7-80A5-96ECDDF75ED3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CA003 - Todas las aplicaciones en la nube - Bloquear acceso - Para todos los usuarios - Cuando se use Device Code Flow</a:t>
            </a:r>
          </a:p>
          <a:p>
            <a:r>
              <a:t>Portal link: https://entra.microsoft.com/#view/Microsoft_AAD_ConditionalAccess/PolicyBlade/policyId/ba33fe42-10a2-4ff9-9ec9-503c41bdb4e2
</a:t>
            </a:r>
          </a:p>
          <a:p>
            <a:r>
              <a:t>{
  "id": "ba33fe42-10a2-4ff9-9ec9-503c41bdb4e2",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null,
    "authenticationFlows": {
      "transferMethods": "deviceCodeFlow"
    }
  },
  "createdDateTime": "2026-05-10T16:44:54.2474848\u002B00:00",
  "displayName": "CA003 - Todas las aplicaciones en la nube - Bloquear acceso - Para todos los usuarios - Cuando se use Device Code Flow",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"https://graph.microsoft.com/beta/$metadata#policies/conditionalAccessPolicies(\u0027ba33fe42-10a2-4ff9-9ec9-503c41bdb4e2\u0027)/grantControls/authenticationStrength/$entity"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46AB5C3-58C4-4009-B733-620664A3CFF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CA004 - Todas las aplicaciones en la nube - Bloquear acceso - Para todos los usuarios - Cuando se use Authentication Transfer</a:t>
            </a:r>
          </a:p>
          <a:p>
            <a:r>
              <a:t>Portal link: https://entra.microsoft.com/#view/Microsoft_AAD_ConditionalAccess/PolicyBlade/policyId/3f1faefa-3f82-41f5-bdb5-6cab8ea8ab00
</a:t>
            </a:r>
          </a:p>
          <a:p>
            <a:r>
              <a:t>{
  "id": "3f1faefa-3f82-41f5-bdb5-6cab8ea8ab00",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null,
    "authenticationFlows": {
      "transferMethods": "authenticationTransfer"
    }
  },
  "createdDateTime": "2026-05-10T16:44:57.1115255\u002B00:00",
  "displayName": "CA004 - Todas las aplicaciones en la nube - Bloquear acceso - Para todos los usuarios - Cuando se use Authentication Transfer",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"https://graph.microsoft.com/beta/$metadata#policies/conditionalAccessPolicies(\u00273f1faefa-3f82-41f5-bdb5-6cab8ea8ab00\u0027)/grantControls/authenticationStrength/$entity"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D9E16C1-2BC7-4C2C-A896-1BE51078A6E8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CA005 - Todas las aplicaciones en la nube - Bloquear acceso - Para todos los usuarios - Cuando el acceso provenga de paises no permitidos</a:t>
            </a:r>
          </a:p>
          <a:p>
            <a:r>
              <a:t>Portal link: https://entra.microsoft.com/#view/Microsoft_AAD_ConditionalAccess/PolicyBlade/policyId/cad04893-798b-42a6-acd3-49bb1f9bdc76
</a:t>
            </a:r>
          </a:p>
          <a:p>
            <a:r>
              <a:t>{
  "id": "cad04893-798b-42a6-acd3-49bb1f9bdc76",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"18d5ba95-065b-490e-a3a1-a43544106c68"
      ],
      "includeLocations": [
        "All"
      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"2026-05-10T16:44:59.9051404\u002B00:00",
  "displayName": "CA005 - Todas las aplicaciones en la nube - Bloquear acceso - Para todos los usuarios - Cuando el acceso provenga de paises no permitidos",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"https://graph.microsoft.com/beta/$metadata#policies/conditionalAccessPolicies(\u0027cad04893-798b-42a6-acd3-49bb1f9bdc76\u0027)/grantControls/authenticationStrength/$entity"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9730F9D-72CB-4CA2-82D3-387F1176837B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CA006 - Microsoft 365 - Requerir dispositivo compatible o unido hibrido - Para usuarios Windows</a:t>
            </a:r>
          </a:p>
          <a:p>
            <a:r>
              <a:t>Portal link: https://entra.microsoft.com/#view/Microsoft_AAD_ConditionalAccess/PolicyBlade/policyId/a5f8ee05-94e9-4834-bf1e-2a4796c53b1f
</a:t>
            </a:r>
          </a:p>
          <a:p>
            <a:r>
              <a:t>{
  "id": "a5f8ee05-94e9-4834-bf1e-2a4796c53b1f",
  "templateId": null,
  "deletedDateTime": null,
  "partialEnablementStrategy": null,
  "conditions": {
    "applications": {
      "excludeApplications": [
        "0000000a-0000-0000-c000-000000000000",
        "d4ebce55-015a-49b5-a083-c84d1797ae8c"
      ],
      "includeApplications": [
        "Office365"
      ],
      "includeAuthenticationContextClassReferences": [],
      "includeUserActions": []
    },
    "clientAppTypes": [
      "mobileAppsAndDesktopClients"
    ],
    "platforms": {
      "excludePlatforms": [],
      "includePlatforms": [
        "windows"
      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"2026-05-10T16:45:03.9355107\u002B00:00",
  "displayName": "CA006 - Microsoft 365 - Requerir dispositivo compatible o unido hibrido - Para usuarios Windows",
  "grantControls": {
    "builtInControls": [
      "compliantDevice",
      "domainJoinedDevice"
    ],
    "customAuthenticationFactors": [],
    "operator": "OR",
    "termsOfUse": [],
    "authenticationStrength@odata.context": "https://graph.microsoft.com/beta/$metadata#policies/conditionalAccessPolicies(\u0027a5f8ee05-94e9-4834-bf1e-2a4796c53b1f\u0027)/grantControls/authenticationStrength/$entity"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FF3A9C06-F279-48DF-BFEC-1C0909B16A0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CA007 - Microsoft 365 - Requerir dispositivo compatible - Para usuarios macOS</a:t>
            </a:r>
          </a:p>
          <a:p>
            <a:r>
              <a:t>Portal link: https://entra.microsoft.com/#view/Microsoft_AAD_ConditionalAccess/PolicyBlade/policyId/03eaf00d-dea8-40a4-95f7-7feb1c2a323c
</a:t>
            </a:r>
          </a:p>
          <a:p>
            <a:r>
              <a:t>{
  "id": "03eaf00d-dea8-40a4-95f7-7feb1c2a323c",
  "templateId": null,
  "deletedDateTime": null,
  "partialEnablementStrategy": null,
  "conditions": {
    "applications": {
      "excludeApplications": [],
      "includeApplications": [
        "Office365"
      ],
      "includeAuthenticationContextClassReferences": [],
      "includeUserActions": []
    },
    "clientAppTypes": [
      "browser",
      "mobileAppsAndDesktopClients"
    ],
    "platforms": {
      "excludePlatforms": [],
      "includePlatforms": [
        "macOS"
      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"2026-05-10T16:45:06.5448217\u002B00:00",
  "displayName": "CA007 - Microsoft 365 - Requerir dispositivo compatible - Para usuarios macOS",
  "grantControls": {
    "builtInControls": [
      "compliantDevice"
    ],
    "customAuthenticationFactors": [],
    "operator": "OR",
    "termsOfUse": [],
    "authenticationStrength@odata.context": "https://graph.microsoft.com/beta/$metadata#policies/conditionalAccessPolicies(\u002703eaf00d-dea8-40a4-95f7-7feb1c2a323c\u0027)/grantControls/authenticationStrength/$entity"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73A63DB-1547-49BB-BDB7-FC233B577489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CA008 - Aplicaciones moviles - Requerir App Protection Policy - Para usuarios moviles</a:t>
            </a:r>
          </a:p>
          <a:p>
            <a:r>
              <a:t>Portal link: https://entra.microsoft.com/#view/Microsoft_AAD_ConditionalAccess/PolicyBlade/policyId/693beca4-328b-4624-9dbd-23fa74ab5cc5
</a:t>
            </a:r>
          </a:p>
          <a:p>
            <a:r>
              <a:t>{
  "id": "693beca4-328b-4624-9dbd-23fa74ab5cc5",
  "templateId": null,
  "deletedDateTime": null,
  "partialEnablementStrategy": null,
  "conditions": {
    "applications": {
      "excludeApplications": [],
      "includeApplications": [
        "Office365"
      ],
      "includeAuthenticationContextClassReferences": [],
      "includeUserActions": []
    },
    "clientAppTypes": [
      "mobileAppsAndDesktopClients"
    ],
    "platforms": {
      "excludePlatforms": [],
      "includePlatforms": [
        "iOS",
        "android"
      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"2026-05-10T16:45:09.2616322\u002B00:00",
  "displayName": "CA008 - Aplicaciones moviles - Requerir App Protection Policy - Para usuarios moviles",
  "grantControls": {
    "builtInControls": [
      "compliantApplication"
    ],
    "customAuthenticationFactors": [],
    "operator": "OR",
    "termsOfUse": [],
    "authenticationStrength@odata.context": "https://graph.microsoft.com/beta/$metadata#policies/conditionalAccessPolicies(\u0027693beca4-328b-4624-9dbd-23fa74ab5cc5\u0027)/grantControls/authenticationStrength/$entity"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9F47924F-2D9E-4117-B08C-39BD817D201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CA009 - SharePoint Online - Restringir acceso - Para dispositivos no administrados</a:t>
            </a:r>
          </a:p>
          <a:p>
            <a:r>
              <a:t>Portal link: https://entra.microsoft.com/#view/Microsoft_AAD_ConditionalAccess/PolicyBlade/policyId/a9875258-c437-4eec-88c1-f693cda2f429
</a:t>
            </a:r>
          </a:p>
          <a:p>
            <a:r>
              <a:t>{
  "id": "a9875258-c437-4eec-88c1-f693cda2f429",
  "templateId": null,
  "deletedDateTime": null,
  "partialEnablementStrategy": null,
  "conditions": {
    "applications": {
      "excludeApplications": [],
      "includeApplications": [
        "Office365"
      ],
      "includeAuthenticationContextClassReferences": [],
      "includeUserActions": []
    },
    "clientAppTypes": [
      "browser"
    ],
    "devices": {
      "deviceFilter": {
        "mode": "exclude",
        "rule": "device.trustType -eq \u0022ServerAD\u0022 -or device.isCompliant -eq True"
      },
      "excludeDevices": [],
      "excludeDeviceStates": [],
      "includeDevices": [],
      "includeDeviceStates": []
    },
    "platforms": {
      "excludePlatforms": [
        "iOS",
        "android"
      ],
      "includePlatforms": [
        "all"
      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"2026-05-10T16:45:11.9549307\u002B00:00",
  "displayName": "CA009 - SharePoint Online - Restringir acceso - Para dispositivos no administrados",
  "sessionControls": {
    "applicationEnforcedRestrictions": {
      "isEnabled": true,
      "@odata.type": "#microsoft.graph.applicationEnforcedRestrictionsSessionControl"
    },
    "blockSensitiveActions": null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AA8BEC5-1D9C-42D1-ABEB-8C0F44D4F7C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CA010 - Todas las aplicaciones en la nube - Bloquear acceso - Para usuarios con alto riesgo</a:t>
            </a:r>
          </a:p>
          <a:p>
            <a:r>
              <a:t>Portal link: https://entra.microsoft.com/#view/Microsoft_AAD_ConditionalAccess/PolicyBlade/policyId/9b8ca455-3c96-4cbd-af09-fa053d45a33d
</a:t>
            </a:r>
          </a:p>
          <a:p>
            <a:r>
              <a:t>{
  "id": "9b8ca455-3c96-4cbd-af09-fa053d45a33d",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
      "high"
    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"2026-05-10T17:15:09.3769227\u002B00:00",
  "displayName": "CA010 - Todas las aplicaciones en la nube - Bloquear acceso - Para usuarios con alto riesgo",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"https://graph.microsoft.com/beta/$metadata#policies/conditionalAccessPolicies(\u00279b8ca455-3c96-4cbd-af09-fa053d45a33d\u0027)/grantControls/authenticationStrength/$entity"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BE658A6-7FB0-47BB-B40F-E4FA8010FA1C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CA011 - Todas las aplicaciones en la nube - Bloquear acceso - Para inicios de sesion de alto riesgo</a:t>
            </a:r>
          </a:p>
          <a:p>
            <a:r>
              <a:t>Portal link: https://entra.microsoft.com/#view/Microsoft_AAD_ConditionalAccess/PolicyBlade/policyId/c5d2dd08-dd4a-4e32-94a3-762e22eecc16
</a:t>
            </a:r>
          </a:p>
          <a:p>
            <a:r>
              <a:t>{
  "id": "c5d2dd08-dd4a-4e32-94a3-762e22eecc16",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
      "high"
    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"2026-05-10T17:15:11.7100064\u002B00:00",
  "displayName": "CA011 - Todas las aplicaciones en la nube - Bloquear acceso - Para inicios de sesion de alto riesgo",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"https://graph.microsoft.com/beta/$metadata#policies/conditionalAccessPolicies(\u0027c5d2dd08-dd4a-4e32-94a3-762e22eecc16\u0027)/grantControls/authenticationStrength/$entity"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FBA9BBC-FA53-4E84-A515-D5B1719A65E4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CA012 - Todas las aplicaciones en la nube - Requerir reautenticacion - Para usuarios - Cada 12 horas</a:t>
            </a:r>
          </a:p>
          <a:p>
            <a:r>
              <a:t>Portal link: https://entra.microsoft.com/#view/Microsoft_AAD_ConditionalAccess/PolicyBlade/policyId/e2dc018f-6315-480e-80b0-28f28cbc5b1b
</a:t>
            </a:r>
          </a:p>
          <a:p>
            <a:r>
              <a:t>{
  "id": "e2dc018f-6315-480e-80b0-28f28cbc5b1b",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"devices": {
      "deviceFilter": {
        "mode": "exclude",
        "rule": "device.trustType -eq \u0022ServerAD\u0022 -or device.isCompliant -eq True"
      },
      "excludeDevices": [],
      "excludeDeviceStates": [],
      "includeDevices": [],
      "includeDeviceStates": []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"2026-05-10T17:15:14.4400262\u002B00:00",
  "displayName": "CA012 - Todas las aplicaciones en la nube - Requerir reautenticacion - Para usuarios - Cada 12 horas",
  "sessionControls": {
    "signInFrequency": {
      "isEnabled": true,
      "@odata.type": "#microsoft.graph.signInFrequencySessionControl",
      "authenticationType": "primaryAndSecondaryAuthentication",
      "frequencyInterval": "timeBased",
      "type": "hours",
      "value": 12
    },
    "blockSensitiveActions": null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539150A-6CE0-41AD-8CCE-ECA6A4E1C7ED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CA013 - Todas las aplicaciones en la nube - Deshabilitar sesion persistente del navegador - Para usuarios - Cuando el dispositivo no este administrado</a:t>
            </a:r>
          </a:p>
          <a:p>
            <a:r>
              <a:t>Portal link: https://entra.microsoft.com/#view/Microsoft_AAD_ConditionalAccess/PolicyBlade/policyId/259f7cb5-1f83-4163-b4d6-485212a98642
</a:t>
            </a:r>
          </a:p>
          <a:p>
            <a:r>
              <a:t>{
  "id": "259f7cb5-1f83-4163-b4d6-485212a98642",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"devices": {
      "deviceFilter": {
        "mode": "exclude",
        "rule": "device.trustType -eq \u0022ServerAD\u0022 -or device.isCompliant -eq True"
      },
      "excludeDevices": [],
      "excludeDeviceStates": [],
      "includeDevices": [],
      "includeDeviceStates": []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"2026-05-10T17:15:17.1212753\u002B00:00",
  "displayName": "CA013 - Todas las aplicaciones en la nube - Deshabilitar sesion persistente del navegador - Para usuarios - Cuando el dispositivo no este administrado",
  "sessionControls": {
    "persistentBrowser": {
      "isEnabled": true,
      "@odata.type": "#microsoft.graph.persistentBrowserSessionControl",
      "mode": "never"
    },
    "blockSensitiveActions": null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09AD471-D157-4407-AE14-26FBD173BE3E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CA014 - Todas las aplicaciones en la nube - Habilitar Continuous Access Evaluation - Para usuarios</a:t>
            </a:r>
          </a:p>
          <a:p>
            <a:r>
              <a:t>Portal link: https://entra.microsoft.com/#view/Microsoft_AAD_ConditionalAccess/PolicyBlade/policyId/365125bb-9827-482c-b61a-62caaba6e0e7
</a:t>
            </a:r>
          </a:p>
          <a:p>
            <a:r>
              <a:t>{
  "id": "365125bb-9827-482c-b61a-62caaba6e0e7",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"2026-05-10T17:15:19.9675236\u002B00:00",
  "displayName": "CA014 - Todas las aplicaciones en la nube - Habilitar Continuous Access Evaluation - Para usuarios",
  "sessionControls": {
    "continuousAccessEvaluation": {
      "mode": "strictLocation"
    },
    "blockSensitiveActions": null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8F32770-2477-4475-8C38-6B21C98579C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CA015 - Linux - Bloquear acceso - Para dispositivos no administrados</a:t>
            </a:r>
          </a:p>
          <a:p>
            <a:r>
              <a:t>Portal link: https://entra.microsoft.com/#view/Microsoft_AAD_ConditionalAccess/PolicyBlade/policyId/06df4523-f717-4d41-8362-cdd184d7c144
</a:t>
            </a:r>
          </a:p>
          <a:p>
            <a:r>
              <a:t>{
  "id": "06df4523-f717-4d41-8362-cdd184d7c144",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"browser",
      "mobileAppsAndDesktopClients"
    ],
    "devices": {
      "deviceFilter": {
        "mode": "exclude",
        "rule": "device.trustType -eq \u0022ServerAD\u0022 -or device.isCompliant -eq True"
      },
      "excludeDevices": [],
      "excludeDeviceStates": [],
      "includeDevices": [],
      "includeDeviceStates": []
    },
    "platforms": {
      "excludePlatforms": [],
      "includePlatforms": [
        "linux"
      ]
    },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"2026-05-10T17:15:22.6236788\u002B00:00",
  "displayName": "CA015 - Linux - Bloquear acceso - Para dispositivos no administrados",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"https://graph.microsoft.com/beta/$metadata#policies/conditionalAccessPolicies(\u002706df4523-f717-4d41-8362-cdd184d7c144\u0027)/grantControls/authenticationStrength/$entity"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739BD74-27D6-4941-B214-BDC80E917501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CA016 - Microsoft Graph Explorer - Bloquear acceso - Para todos los usuarios</a:t>
            </a:r>
          </a:p>
          <a:p>
            <a:r>
              <a:t>Portal link: https://entra.microsoft.com/#view/Microsoft_AAD_ConditionalAccess/PolicyBlade/policyId/605ea554-2bc4-412e-a8fb-050ec575b064
</a:t>
            </a:r>
          </a:p>
          <a:p>
            <a:r>
              <a:t>{
  "id": "605ea554-2bc4-412e-a8fb-050ec575b064",
  "templateId": null,
  "deletedDateTime": null,
  "partialEnablementStrategy": null,
  "conditions": {
    "applications": {
      "excludeApplications": [],
      "includeApplications": [
        "de8bc8b5-d9f9-48b1-a8ad-b748da725064"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"2026-05-10T17:15:27.2227079\u002B00:00",
  "displayName": "CA016 - Microsoft Graph Explorer - Bloquear acceso - Para todos los usuarios",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"https://graph.microsoft.com/beta/$metadata#policies/conditionalAccessPolicies(\u0027605ea554-2bc4-412e-a8fb-050ec575b064\u0027)/grantControls/authenticationStrength/$entity"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C5AD913-7E73-4E2B-A0BA-38414B0E797D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CA017 - Microsoft Graph PowerShell - Bloquear acceso - Para usuarios no administradores</a:t>
            </a:r>
          </a:p>
          <a:p>
            <a:r>
              <a:t>Portal link: https://entra.microsoft.com/#view/Microsoft_AAD_ConditionalAccess/PolicyBlade/policyId/3746e169-426d-4df7-915b-9372ca24c9a2
</a:t>
            </a:r>
          </a:p>
          <a:p>
            <a:r>
              <a:t>{
  "id": "3746e169-426d-4df7-915b-9372ca24c9a2",
  "templateId": null,
  "deletedDateTime": null,
  "partialEnablementStrategy": null,
  "conditions": {
    "applications": {
      "excludeApplications": [],
      "includeApplications": [
        "14d82eec-204b-4c2f-b7e8-296a70dab67e"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
        "62e90394-69f5-4237-9190-012177145e10",
        "e8611ab8-c189-46e8-94e1-60213ab1f814",
        "194ae4cb-b126-40b2-bd5b-6091b380977d",
        "b1be1c3e-b65d-4f19-8427-f6fa0d97feb9",
        "29232cdf-9323-42fd-ade2-1d097af3e4de",
        "fe930be7-5e62-47db-91af-98c3a49a38b1",
        "729827e3-9c14-49f7-bb1b-9608f156bbb8",
        "f28a1f50-f6e7-4571-818b-6a12f2af6b6c",
        "9b895d92-2cd3-44c7-9d02-a6ac2d5ea5c3",
        "cf1c38e5-3621-4004-a7cb-879624dced7c"
      ],
      "excludeUsers": [],
      "includeGroups": [],
      "includeRoles": [],
      "includeUsers": [
        "All"
      ]
    },
    "times": null,
    "agents": null
  },
  "createdDateTime": "2026-05-10T17:15:30.889785\u002B00:00",
  "displayName": "CA017 - Microsoft Graph PowerShell - Bloquear acceso - Para usuarios no administradores",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"https://graph.microsoft.com/beta/$metadata#policies/conditionalAccessPolicies(\u00273746e169-426d-4df7-915b-9372ca24c9a2\u0027)/grantControls/authenticationStrength/$entity"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EDBC6D4-9D71-41B7-AF54-FDABD65B84FC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CA018 - Registrar o unir dispositivos - Requerir MFA - Para todos los usuarios</a:t>
            </a:r>
          </a:p>
          <a:p>
            <a:r>
              <a:t>Portal link: https://entra.microsoft.com/#view/Microsoft_AAD_ConditionalAccess/PolicyBlade/policyId/eefef00f-4d15-4c19-ace2-5c1ca5a6a5fa
</a:t>
            </a:r>
          </a:p>
          <a:p>
            <a:r>
              <a:t>{
  "id": "eefef00f-4d15-4c19-ace2-5c1ca5a6a5fa",
  "templateId": null,
  "deletedDateTime": null,
  "partialEnablementStrategy": null,
  "conditions": {
    "applications": {
      "excludeApplications": [],
      "includeApplications": [],
      "includeAuthenticationContextClassReferences": [],
      "includeUserActions": [
        "urn:user:registerdevice"
      ]
    },
    "clientAppTypes": [
      "all"
    ],
    "signInRiskLevels": [],
    "userRiskLevels": [],
    "users": {
      "excludeGroups": [
        "c9952561-1e03-4cb3-bd43-d2ec83e48030",
        "f50464d2-031b-4389-830c-d3845dc620df"
      ],
      "excludeRoles": [
        "d29b2b05-8046-44ba-8758-1e26182fcf32"
      ],
      "excludeUsers": [],
      "includeGroups": [],
      "includeRoles": [],
      "includeUsers": [
        "All"
      ]
    },
    "times": null,
    "agents": null
  },
  "createdDateTime": "2026-05-10T17:15:33.7273221\u002B00:00",
  "displayName": "CA018 - Registrar o unir dispositivos - Requerir MFA - Para todos los usuarios",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"https://graph.microsoft.com/beta/$metadata#policies/conditionalAccessPolicies(\u0027eefef00f-4d15-4c19-ace2-5c1ca5a6a5fa\u0027)/grantControls/authenticationStrength/$entity"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5B48377-9A17-46A8-8E39-BBF2D47B6E6B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CA019 - Todas las aplicaciones en la nube - Requerir MFA - Para invitados</a:t>
            </a:r>
          </a:p>
          <a:p>
            <a:r>
              <a:t>Portal link: https://entra.microsoft.com/#view/Microsoft_AAD_ConditionalAccess/PolicyBlade/policyId/16c06246-3842-4704-9d0a-11094d5f3a5c
</a:t>
            </a:r>
          </a:p>
          <a:p>
            <a:r>
              <a:t>{
  "id": "16c06246-3842-4704-9d0a-11094d5f3a5c",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
      ],
      "excludeRoles": [],
      "excludeUsers": [],
      "includeGroups": [],
      "includeGuestsOrExternalUsers": {
        "externalTenants": {
          "membershipKind": "all",
          "@odata.type": "#microsoft.graph.conditionalAccessAllExternalTenants"
        },
        "guestOrExternalUserTypes": "unknownFutureValue"
      },
      "includeRoles": [],
      "includeUsers": []
    },
    "times": null,
    "agents": null
  },
  "createdDateTime": "2026-05-10T17:15:36.651224\u002B00:00",
  "displayName": "CA019 - Todas las aplicaciones en la nube - Requerir MFA - Para invitados",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"https://graph.microsoft.com/beta/$metadata#policies/conditionalAccessPolicies(\u002716c06246-3842-4704-9d0a-11094d5f3a5c\u0027)/grantControls/authenticationStrength/$entity"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29D63FE-E21E-49BC-9BEB-405FD9BC22F5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CA020 - Aplicaciones seleccionadas - Bloquear acceso - Para invitados no aprobados</a:t>
            </a:r>
          </a:p>
          <a:p>
            <a:r>
              <a:t>Portal link: https://entra.microsoft.com/#view/Microsoft_AAD_ConditionalAccess/PolicyBlade/policyId/a4b6c811-c63c-4379-a810-d45bfd94434e
</a:t>
            </a:r>
          </a:p>
          <a:p>
            <a:r>
              <a:t>{
  "id": "a4b6c811-c63c-4379-a810-d45bfd94434e",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
      ],
      "excludeRoles": [],
      "excludeUsers": [],
      "includeGroups": [],
      "includeGuestsOrExternalUsers": {
        "externalTenants": {
          "membershipKind": "all",
          "@odata.type": "#microsoft.graph.conditionalAccessAllExternalTenants"
        },
        "guestOrExternalUserTypes": "unknownFutureValue"
      },
      "includeRoles": [],
      "includeUsers": []
    },
    "times": null,
    "agents": null
  },
  "createdDateTime": "2026-05-10T17:15:39.2602684\u002B00:00",
  "displayName": "CA020 - Aplicaciones seleccionadas - Bloquear acceso - Para invitados no aprobados",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"https://graph.microsoft.com/beta/$metadata#policies/conditionalAccessPolicies(\u0027a4b6c811-c63c-4379-a810-d45bfd94434e\u0027)/grantControls/authenticationStrength/$entity"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4B93AA4D-C407-4062-83A7-5DA48A16BABC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CA021 - Todas las aplicaciones en la nube - Requerir MFA resistente a phishing - Para administradores</a:t>
            </a:r>
          </a:p>
          <a:p>
            <a:r>
              <a:t>Portal link: https://entra.microsoft.com/#view/Microsoft_AAD_ConditionalAccess/PolicyBlade/policyId/03cbd5c7-62c6-47fb-862c-48ce295339fc
</a:t>
            </a:r>
          </a:p>
          <a:p>
            <a:r>
              <a:t>{
  "id": "03cbd5c7-62c6-47fb-862c-48ce295339fc",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
        "62e90394-69f5-4237-9190-012177145e10",
        "e8611ab8-c189-46e8-94e1-60213ab1f814",
        "194ae4cb-b126-40b2-bd5b-6091b380977d",
        "b1be1c3e-b65d-4f19-8427-f6fa0d97feb9",
        "29232cdf-9323-42fd-ade2-1d097af3e4de",
        "fe930be7-5e62-47db-91af-98c3a49a38b1",
        "729827e3-9c14-49f7-bb1b-9608f156bbb8",
        "f28a1f50-f6e7-4571-818b-6a12f2af6b6c",
        "9b895d92-2cd3-44c7-9d02-a6ac2d5ea5c3",
        "cf1c38e5-3621-4004-a7cb-879624dced7c"
      ],
      "includeUsers": []
    },
    "times": null,
    "agents": null
  },
  "createdDateTime": "2026-05-10T17:15:42.6876014\u002B00:00",
  "displayName": "CA021 - Todas las aplicaciones en la nube - Requerir MFA resistente a phishing - Para administradores",
  "grantControls": {
    "authenticationStrength": {
      "id": "00000000-0000-0000-0000-000000000004",
      "combinationConfigurations@odata.context": "https://graph.microsoft.com/beta/$metadata#policies/conditionalAccessPolicies(\u002703cbd5c7-62c6-47fb-862c-48ce295339fc\u0027)/grantControls/authenticationStrength/combinationConfigurations",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"https://graph.microsoft.com/beta/$metadata#policies/conditionalAccessPolicies(\u002703cbd5c7-62c6-47fb-862c-48ce295339fc\u0027)/grantControls/authenticationStrength/$entity"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7BD96DE-0D4F-4CBF-95EE-CB52CB1C146C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CA022 - Todas las aplicaciones en la nube - Requerir dispositivo compatible o unido hibrido - Para administradores</a:t>
            </a:r>
          </a:p>
          <a:p>
            <a:r>
              <a:t>Portal link: https://entra.microsoft.com/#view/Microsoft_AAD_ConditionalAccess/PolicyBlade/policyId/fb448015-ba1b-423d-8c4e-ccf4e3ebdb7d
</a:t>
            </a:r>
          </a:p>
          <a:p>
            <a:r>
              <a:t>{
  "id": "fb448015-ba1b-423d-8c4e-ccf4e3ebdb7d",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
        "62e90394-69f5-4237-9190-012177145e10",
        "e8611ab8-c189-46e8-94e1-60213ab1f814",
        "194ae4cb-b126-40b2-bd5b-6091b380977d",
        "b1be1c3e-b65d-4f19-8427-f6fa0d97feb9",
        "29232cdf-9323-42fd-ade2-1d097af3e4de",
        "fe930be7-5e62-47db-91af-98c3a49a38b1",
        "729827e3-9c14-49f7-bb1b-9608f156bbb8",
        "f28a1f50-f6e7-4571-818b-6a12f2af6b6c",
        "9b895d92-2cd3-44c7-9d02-a6ac2d5ea5c3",
        "cf1c38e5-3621-4004-a7cb-879624dced7c"
      ],
      "includeUsers": []
    },
    "times": null,
    "agents": null
  },
  "createdDateTime": "2026-05-10T17:15:45.8427875\u002B00:00",
  "displayName": "CA022 - Todas las aplicaciones en la nube - Requerir dispositivo compatible o unido hibrido - Para administradores",
  "grantControls": {
    "builtInControls": [
      "compliantDevice",
      "domainJoinedDevice"
    ],
    "customAuthenticationFactors": [],
    "operator": "OR",
    "termsOfUse": [],
    "authenticationStrength@odata.context": "https://graph.microsoft.com/beta/$metadata#policies/conditionalAccessPolicies(\u0027fb448015-ba1b-423d-8c4e-ccf4e3ebdb7d\u0027)/grantControls/authenticationStrength/$entity"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106EE83-EE6E-4C13-BE00-D8B60DD25EDC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CA023 - Todas las aplicaciones en la nube - Requerir reautenticacion - Para administradores - Cada 4 horas</a:t>
            </a:r>
          </a:p>
          <a:p>
            <a:r>
              <a:t>Portal link: https://entra.microsoft.com/#view/Microsoft_AAD_ConditionalAccess/PolicyBlade/policyId/a555b06b-4fd9-480d-9ed9-b68da8942a68
</a:t>
            </a:r>
          </a:p>
          <a:p>
            <a:r>
              <a:t>{
  "id": "a555b06b-4fd9-480d-9ed9-b68da8942a68",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
        "62e90394-69f5-4237-9190-012177145e10",
        "e8611ab8-c189-46e8-94e1-60213ab1f814",
        "194ae4cb-b126-40b2-bd5b-6091b380977d",
        "b1be1c3e-b65d-4f19-8427-f6fa0d97feb9",
        "29232cdf-9323-42fd-ade2-1d097af3e4de",
        "fe930be7-5e62-47db-91af-98c3a49a38b1",
        "729827e3-9c14-49f7-bb1b-9608f156bbb8",
        "f28a1f50-f6e7-4571-818b-6a12f2af6b6c",
        "9b895d92-2cd3-44c7-9d02-a6ac2d5ea5c3",
        "cf1c38e5-3621-4004-a7cb-879624dced7c"
      ],
      "includeUsers": []
    },
    "times": null,
    "agents": null
  },
  "createdDateTime": "2026-05-10T17:15:49.081778\u002B00:00",
  "displayName": "CA023 - Todas las aplicaciones en la nube - Requerir reautenticacion - Para administradores - Cada 4 horas",
  "sessionControls": {
    "signInFrequency": {
      "isEnabled": true,
      "@odata.type": "#microsoft.graph.signInFrequencySessionControl",
      "authenticationType": "primaryAndSecondaryAuthentication",
      "frequencyInterval": "timeBased",
      "type": "hours",
      "value": 4
    },
    "blockSensitiveActions": null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42C557F7-30E2-41FD-A316-63195418B545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CA024 - Todas las aplicaciones en la nube - Deshabilitar sesion persistente del navegador - Para administradores</a:t>
            </a:r>
          </a:p>
          <a:p>
            <a:r>
              <a:t>Portal link: https://entra.microsoft.com/#view/Microsoft_AAD_ConditionalAccess/PolicyBlade/policyId/849aecbb-f262-49cd-816a-8dac62a62781
</a:t>
            </a:r>
          </a:p>
          <a:p>
            <a:r>
              <a:t>{
  "id": "849aecbb-f262-49cd-816a-8dac62a62781",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
        "62e90394-69f5-4237-9190-012177145e10",
        "e8611ab8-c189-46e8-94e1-60213ab1f814",
        "194ae4cb-b126-40b2-bd5b-6091b380977d",
        "b1be1c3e-b65d-4f19-8427-f6fa0d97feb9",
        "29232cdf-9323-42fd-ade2-1d097af3e4de",
        "fe930be7-5e62-47db-91af-98c3a49a38b1",
        "729827e3-9c14-49f7-bb1b-9608f156bbb8",
        "f28a1f50-f6e7-4571-818b-6a12f2af6b6c",
        "9b895d92-2cd3-44c7-9d02-a6ac2d5ea5c3",
        "cf1c38e5-3621-4004-a7cb-879624dced7c"
      ],
      "includeUsers": []
    },
    "times": null,
    "agents": null
  },
  "createdDateTime": "2026-05-10T17:15:51.6418491\u002B00:00",
  "displayName": "CA024 - Todas las aplicaciones en la nube - Deshabilitar sesion persistente del navegador - Para administradores",
  "sessionControls": {
    "persistentBrowser": {
      "isEnabled": true,
      "@odata.type": "#microsoft.graph.persistentBrowserSessionControl",
      "mode": "never"
    },
    "blockSensitiveActions": null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99F3DB6-8113-4748-858B-C06C79A1318F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CA025 - Todas las aplicaciones en la nube - Habilitar Continuous Access Evaluation - Para administradores</a:t>
            </a:r>
          </a:p>
          <a:p>
            <a:r>
              <a:t>Portal link: https://entra.microsoft.com/#view/Microsoft_AAD_ConditionalAccess/PolicyBlade/policyId/e614cb6c-1340-4d12-bed9-31dd28246002
</a:t>
            </a:r>
          </a:p>
          <a:p>
            <a:r>
              <a:t>{
  "id": "e614cb6c-1340-4d12-bed9-31dd28246002",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
        "62e90394-69f5-4237-9190-012177145e10",
        "e8611ab8-c189-46e8-94e1-60213ab1f814",
        "194ae4cb-b126-40b2-bd5b-6091b380977d",
        "b1be1c3e-b65d-4f19-8427-f6fa0d97feb9",
        "29232cdf-9323-42fd-ade2-1d097af3e4de",
        "fe930be7-5e62-47db-91af-98c3a49a38b1",
        "729827e3-9c14-49f7-bb1b-9608f156bbb8",
        "f28a1f50-f6e7-4571-818b-6a12f2af6b6c",
        "9b895d92-2cd3-44c7-9d02-a6ac2d5ea5c3",
        "cf1c38e5-3621-4004-a7cb-879624dced7c"
      ],
      "includeUsers": []
    },
    "times": null,
    "agents": null
  },
  "createdDateTime": "2026-05-10T17:15:55.5057749\u002B00:00",
  "displayName": "CA025 - Todas las aplicaciones en la nube - Habilitar Continuous Access Evaluation - Para administradores",
  "sessionControls": {
    "continuousAccessEvaluation": {
      "mode": "strictLocation"
    },
    "blockSensitiveActions": null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31F89A8-E648-482C-AF1C-F5B3A7911AD0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CA026 - Administracion de Microsoft Azure - Requerir MFA - Para todos los usuarios</a:t>
            </a:r>
          </a:p>
          <a:p>
            <a:r>
              <a:t>Portal link: https://entra.microsoft.com/#view/Microsoft_AAD_ConditionalAccess/PolicyBlade/policyId/2ba51637-e074-4a5b-8d0e-e4738d77fd83
</a:t>
            </a:r>
          </a:p>
          <a:p>
            <a:r>
              <a:t>{
  "id": "2ba51637-e074-4a5b-8d0e-e4738d77fd83",
  "templateId": null,
  "deletedDateTime": null,
  "partialEnablementStrategy": null,
  "conditions": {
    "applications": {
      "excludeApplications": [],
      "includeApplications": [
        "797f4846-ba00-4fd7-ba43-dac1f8f63013"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"2026-05-10T17:15:58.8976214\u002B00:00",
  "displayName": "CA026 - Administracion de Microsoft Azure - Requerir MFA - Para todos los usuarios",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"https://graph.microsoft.com/beta/$metadata#policies/conditionalAccessPolicies(\u00272ba51637-e074-4a5b-8d0e-e4738d77fd83\u0027)/grantControls/authenticationStrength/$entity"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BD7276A-3028-4825-9993-C23E54FE906F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CA027 - Azure DevOps - Requerir MFA - Para todos los usuarios</a:t>
            </a:r>
          </a:p>
          <a:p>
            <a:r>
              <a:t>Portal link: https://entra.microsoft.com/#view/Microsoft_AAD_ConditionalAccess/PolicyBlade/policyId/ae7ae9e5-2f81-4072-a463-132532e99f64
</a:t>
            </a:r>
          </a:p>
          <a:p>
            <a:r>
              <a:t>{
  "id": "ae7ae9e5-2f81-4072-a463-132532e99f64",
  "templateId": null,
  "deletedDateTime": null,
  "partialEnablementStrategy": null,
  "conditions": {
    "applications": {
      "excludeApplications": [],
      "includeApplications": [
        "499b84ac-1321-427f-aa17-267ca6975798"
      ],
      "includeAuthenticationContextClassReferences": [],
      "includeUserActions": []
    },
    "clientAppTypes": [
      "all"
    ],
    "signInRiskLevels": [],
    "userRiskLevels": [],
    "users": {
      "excludeGroups": [
        "c9952561-1e03-4cb3-bd43-d2ec83e48030",
        "f50464d2-031b-4389-830c-d3845dc620df"
      ],
      "excludeRoles": [],
      "excludeUsers": [],
      "includeGroups": [],
      "includeRoles": [],
      "includeUsers": [
        "All"
      ]
    },
    "times": null,
    "agents": null
  },
  "createdDateTime": "2026-05-10T17:16:02.4823035\u002B00:00",
  "displayName": "CA027 - Azure DevOps - Requerir MFA - Para todos los usuarios",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"https://graph.microsoft.com/beta/$metadata#policies/conditionalAccessPolicies(\u0027ae7ae9e5-2f81-4072-a463-132532e99f64\u0027)/grantControls/authenticationStrength/$entity"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02D3910-A9B2-4E4C-86F9-072460E241DE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CA028 - Todas las aplicaciones en la nube - Bloquear acceso - Para cuentas de servicio - Cuando el acceso provenga de paises no permitidos</a:t>
            </a:r>
          </a:p>
          <a:p>
            <a:r>
              <a:t>Portal link: https://entra.microsoft.com/#view/Microsoft_AAD_ConditionalAccess/PolicyBlade/policyId/0ed87b45-a2da-4202-bb64-e3cd6e6a5a34
</a:t>
            </a:r>
          </a:p>
          <a:p>
            <a:r>
              <a:t>{
  "id": "0ed87b45-a2da-4202-bb64-e3cd6e6a5a34",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"13d5978b-5e9f-4e49-82a5-bf5483e726fe"
      ],
      "includeLocations": [
        "All"
      ]
    },
    "signInRiskLevels": [],
    "userRiskLevels": [],
    "users": {
      "excludeGroups": [
        "c9952561-1e03-4cb3-bd43-d2ec83e48030"
      ],
      "excludeRoles": [],
      "excludeUsers": [],
      "includeGroups": [
        "45cd7277-a505-4779-a829-73fbf0ca77b0"
      ],
      "includeRoles": [],
      "includeUsers": []
    },
    "times": null,
    "agents": null
  },
  "createdDateTime": "2026-05-10T17:16:05.9083496\u002B00:00",
  "displayName": "CA028 - Todas las aplicaciones en la nube - Bloquear acceso - Para cuentas de servicio - Cuando el acceso provenga de paises no permitidos",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"https://graph.microsoft.com/beta/$metadata#policies/conditionalAccessPolicies(\u00270ed87b45-a2da-4202-bb64-e3cd6e6a5a34\u0027)/grantControls/authenticationStrength/$entity"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71BADC6-96C8-4513-A5B0-1B13D2DD5B49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CA029 - Todas las aplicaciones en la nube - Requerir ubicacion confiable - Para cuentas de servicio</a:t>
            </a:r>
          </a:p>
          <a:p>
            <a:r>
              <a:t>Portal link: https://entra.microsoft.com/#view/Microsoft_AAD_ConditionalAccess/PolicyBlade/policyId/439315fd-ddf7-4736-ba93-7de42ab8d8b8
</a:t>
            </a:r>
          </a:p>
          <a:p>
            <a:r>
              <a:t>{
  "id": "439315fd-ddf7-4736-ba93-7de42ab8d8b8",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"09c697c1-5113-4e42-b1de-349f8e42d0c8"
      ],
      "includeLocations": [
        "All"
      ]
    },
    "signInRiskLevels": [],
    "userRiskLevels": [],
    "users": {
      "excludeGroups": [
        "c9952561-1e03-4cb3-bd43-d2ec83e48030"
      ],
      "excludeRoles": [],
      "excludeUsers": [],
      "includeGroups": [
        "45cd7277-a505-4779-a829-73fbf0ca77b0"
      ],
      "includeRoles": [],
      "includeUsers": []
    },
    "times": null,
    "agents": null
  },
  "createdDateTime": "2026-05-10T17:16:09.4775047\u002B00:00",
  "displayName": "CA029 - Todas las aplicaciones en la nube - Requerir ubicacion confiable - Para cuentas de servicio",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"https://graph.microsoft.com/beta/$metadata#policies/conditionalAccessPolicies(\u0027439315fd-ddf7-4736-ba93-7de42ab8d8b8\u0027)/grantControls/authenticationStrength/$entity"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1F1AC45-C568-4140-BDA3-2BCD166837E2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CA032 - Todas las aplicaciones en la nube - Bloquear acceso - Para identidades de agente - Cuando el riesgo sea alto</a:t>
            </a:r>
          </a:p>
          <a:p>
            <a:r>
              <a:t>Portal link: https://entra.microsoft.com/#view/Microsoft_AAD_ConditionalAccess/PolicyBlade/policyId/56be2a5e-45a3-437b-85f1-546ffbfa4de4
</a:t>
            </a:r>
          </a:p>
          <a:p>
            <a:r>
              <a:t>{
  "id": "56be2a5e-45a3-437b-85f1-546ffbfa4de4",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"clientApplications": {
      "excludeServicePrincipals": [],
      "includeServicePrincipals": [],
      "includeAgentIdServicePrincipals": [
        "All"
      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"None"
      ]
    },
    "agentIdRiskLevels": "high",
    "times": null,
    "agents": null
  },
  "createdDateTime": "2026-05-10T18:25:00.8237254\u002B00:00",
  "displayName": "CA032 - Todas las aplicaciones en la nube - Bloquear acceso - Para identidades de agente - Cuando el riesgo sea alto",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"https://graph.microsoft.com/beta/$metadata#policies/conditionalAccessPolicies(\u002756be2a5e-45a3-437b-85f1-546ffbfa4de4\u0027)/grantControls/authenticationStrength/$entity"
  },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033AACE-DD33-4711-A6F6-D032656A2B31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 anchor="t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C660C-50E5-B242-B3EF-2B7C8DA67512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F179-5036-4446-AD0F-8A2B0CE1BCDE}" type="slidenum">
              <a:rPr lang="en-US" dirty="0"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9.pn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9.pn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9.pn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9.pn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5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4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2.jp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3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3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5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3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27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Directory Synchronization Accounts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CA001 - Todas las aplicaciones en la nube - Requerir MFA - Para todos los usuarios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CA002 - Todas las aplicaciones en la nube - Bloquear autenticacion heredada - Para todos los usuarios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CA003 - Todas las aplicaciones en la nube - Bloquear acceso - Para todos los usuarios - Cuando se use Device Code Flow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CA004 - Todas las aplicaciones en la nube - Bloquear acceso - Para todos los usuarios - Cuando se use Authentication Transfer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PAISES PERMITIDOS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CA005 - Todas las aplicaciones en la nube - Bloquear acceso - Para todos los usuarios - Cuando el acceso provenga de paises no permitidos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💻 Windows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ONE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26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CA006 - Microsoft 365 - Requerir dispositivo compatible o unido hibrido - Para usuarios Windows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💻 macOS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26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CA007 - Microsoft 365 - Requerir dispositivo compatible - Para usuarios macOS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26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CA008 - Aplicaciones moviles - Requerir App Protection Policy - Para usuarios moviles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device.trustType -eq "ServerAD" -or device.isCompliant -eq True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26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CA009 - SharePoint Online - Restringir acceso - Para dispositivos no administrados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User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CA010 - Todas las aplicaciones en la nube - Bloquear acceso - Para usuarios con alto riesgo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CA011 - Todas las aplicaciones en la nube - Bloquear acceso - Para inicios de sesion de alto riesgo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device.trustType -eq "ServerAD" -or device.isCompliant -eq True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12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CA012 - Todas las aplicaciones en la nube - Requerir reautenticacion - Para usuarios - Cada 12 horas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device.trustType -eq "ServerAD" -or device.isCompliant -eq True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CA013 - Todas las aplicaciones en la nube - Deshabilitar sesion persistente del navegador - Para usuarios - Cuando el dispositivo no este administrado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CA014 - Todas las aplicaciones en la nube - Habilitar Continuous Access Evaluation - Para usuarios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💻 Linux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device.trustType -eq "ServerAD" -or device.isCompliant -eq True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CA015 - Linux - Bloquear acceso - Para dispositivos no administrados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Graph Explorer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CA016 - Microsoft Graph Explorer - Bloquear acceso - Para todos los usuarios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Application Developer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Microsoft Graph Command Line Tools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CA017 - Microsoft Graph PowerShell - Bloquear acceso - Para usuarios no administradores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Directory Synchronization Accounts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Register or join devices </a:t>
            </a:r>
          </a:p>
        </p:txBody>
      </p:sp>
      <p:pic>
        <p:nvPicPr>
          <p:cNvPr id="51" name="IconAccessRegisterOrJoinDevi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51371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25" name="PicAccessRegisterDevice" descr="Graphical user interface, application&#10;&#10;Description automatically generated"/>
          <p:cNvPicPr>
            <a:picLocks noChangeAspect="1"/>
          </p:cNvPicPr>
          <p:nvPr/>
        </p:nvPicPr>
        <p:blipFill>
          <a:blip r:embed="rId26">
            <a:lum/>
          </a:blip>
          <a:srcRect r="4400" b="6054"/>
          <a:stretch>
            <a:fillRect/>
          </a:stretch>
        </p:blipFill>
        <p:spPr bwMode="white">
          <a:xfrm>
            <a:off x="5896533" y="3744401"/>
            <a:ext cx="3874103" cy="216309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CA018 - Registrar o unir dispositivos - Requerir MFA - Para todos los usuarios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Guest or external users</a:t>
            </a:r>
          </a:p>
          <a:p>
            <a:pPr defTabSz="457200">
              <a:defRPr sz="1100" b="1" dirty="0"/>
            </a:pPr>
            <a:r>
              <a:t>  All external Azure AD organizations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3" name="IconAssignedToGuest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2390750" y="2724875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CA019 - Todas las aplicaciones en la nube - Requerir MFA - Para invitados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Guest or external users</a:t>
            </a:r>
          </a:p>
          <a:p>
            <a:pPr defTabSz="457200">
              <a:defRPr sz="1100" b="1" dirty="0"/>
            </a:pPr>
            <a:r>
              <a:t>  All external Azure AD organizations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3" name="IconAssignedToGuest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2390750" y="2724875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CA020 - Aplicaciones seleccionadas - Bloquear acceso - Para invitados no aprobados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Application Developer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CA021 - Todas las aplicaciones en la nube - Requerir MFA resistente a phishing - Para administradores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Application Developer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ONE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CA022 - Todas las aplicaciones en la nube - Requerir dispositivo compatible o unido hibrido - Para administradores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Application Developer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4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CA023 - Todas las aplicaciones en la nube - Requerir reautenticacion - Para administradores - Cada 4 horas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Application Developer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CA024 - Todas las aplicaciones en la nube - Deshabilitar sesion persistente del navegador - Para administradores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Application Developer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CA025 - Todas las aplicaciones en la nube - Habilitar Continuous Access Evaluation - Para administradores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Windows Azure Service Management API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CA026 - Administracion de Microsoft Azure - Requerir MFA - Para todos los usuarios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dirty="0"/>
            </a:pPr>
            <a:r>
              <a:t> - GRP-CA-EXC-SERVICIOS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Azure DevOps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CA027 - Azure DevOps - Requerir MFA - Para todos los usuarios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GRP-CA-CUENTAS-SERVICIO (0)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PAISES PERMITIDOS - CUENTAS DE SERVICIO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CA028 - Todas las aplicaciones en la nube - Bloquear acceso - Para cuentas de servicio - Cuando el acceso provenga de paises no permitidos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GRP-CA-CUENTAS-SERVICIO (0)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GRP-CA-EXC-EMERGENCIA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UBICACIONES CONFIANZA - CUENTAS DE SERVICIO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CA029 - Todas las aplicaciones en la nube - Requerir ubicacion confiable - Para cuentas de servicio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None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>
              <a:lum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CA032 - Todas las aplicaciones en la nube - Bloquear acceso - Para identidades de agente - Cuando el riesgo sea alto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2026-05-10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4157</TotalTime>
  <Pages>0</Pages>
  <Words>16165</Words>
  <Characters>0</Characters>
  <Application>Microsoft Office PowerPoint</Application>
  <PresentationFormat>Panorámica</PresentationFormat>
  <Lines>0</Lines>
  <Paragraphs>1694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Slipstream</vt:lpstr>
      <vt:lpstr>CA001 - Todas las aplicaciones en la nube - Requerir MFA - Para todos los usuarios</vt:lpstr>
      <vt:lpstr>CA002 - Todas las aplicaciones en la nube - Bloquear autenticacion heredada - Para todos los usuarios</vt:lpstr>
      <vt:lpstr>CA003 - Todas las aplicaciones en la nube - Bloquear acceso - Para todos los usuarios - Cuando se use Device Code Flow</vt:lpstr>
      <vt:lpstr>CA004 - Todas las aplicaciones en la nube - Bloquear acceso - Para todos los usuarios - Cuando se use Authentication Transfer</vt:lpstr>
      <vt:lpstr>CA005 - Todas las aplicaciones en la nube - Bloquear acceso - Para todos los usuarios - Cuando el acceso provenga de paises no permitidos</vt:lpstr>
      <vt:lpstr>CA006 - Microsoft 365 - Requerir dispositivo compatible o unido hibrido - Para usuarios Windows</vt:lpstr>
      <vt:lpstr>CA007 - Microsoft 365 - Requerir dispositivo compatible - Para usuarios macOS</vt:lpstr>
      <vt:lpstr>CA008 - Aplicaciones moviles - Requerir App Protection Policy - Para usuarios moviles</vt:lpstr>
      <vt:lpstr>CA009 - SharePoint Online - Restringir acceso - Para dispositivos no administrados</vt:lpstr>
      <vt:lpstr>CA010 - Todas las aplicaciones en la nube - Bloquear acceso - Para usuarios con alto riesgo</vt:lpstr>
      <vt:lpstr>CA011 - Todas las aplicaciones en la nube - Bloquear acceso - Para inicios de sesion de alto riesgo</vt:lpstr>
      <vt:lpstr>CA012 - Todas las aplicaciones en la nube - Requerir reautenticacion - Para usuarios - Cada 12 horas</vt:lpstr>
      <vt:lpstr>CA013 - Todas las aplicaciones en la nube - Deshabilitar sesion persistente del navegador - Para usuarios - Cuando el dispositivo no este administrado</vt:lpstr>
      <vt:lpstr>CA014 - Todas las aplicaciones en la nube - Habilitar Continuous Access Evaluation - Para usuarios</vt:lpstr>
      <vt:lpstr>CA015 - Linux - Bloquear acceso - Para dispositivos no administrados</vt:lpstr>
      <vt:lpstr>CA016 - Microsoft Graph Explorer - Bloquear acceso - Para todos los usuarios</vt:lpstr>
      <vt:lpstr>CA017 - Microsoft Graph PowerShell - Bloquear acceso - Para usuarios no administradores</vt:lpstr>
      <vt:lpstr>CA018 - Registrar o unir dispositivos - Requerir MFA - Para todos los usuarios</vt:lpstr>
      <vt:lpstr>CA019 - Todas las aplicaciones en la nube - Requerir MFA - Para invitados</vt:lpstr>
      <vt:lpstr>CA020 - Aplicaciones seleccionadas - Bloquear acceso - Para invitados no aprobados</vt:lpstr>
      <vt:lpstr>CA021 - Todas las aplicaciones en la nube - Requerir MFA resistente a phishing - Para administradores</vt:lpstr>
      <vt:lpstr>CA022 - Todas las aplicaciones en la nube - Requerir dispositivo compatible o unido hibrido - Para administradores</vt:lpstr>
      <vt:lpstr>CA023 - Todas las aplicaciones en la nube - Requerir reautenticacion - Para administradores - Cada 4 horas</vt:lpstr>
      <vt:lpstr>CA024 - Todas las aplicaciones en la nube - Deshabilitar sesion persistente del navegador - Para administradores</vt:lpstr>
      <vt:lpstr>CA025 - Todas las aplicaciones en la nube - Habilitar Continuous Access Evaluation - Para administradores</vt:lpstr>
      <vt:lpstr>CA026 - Administracion de Microsoft Azure - Requerir MFA - Para todos los usuarios</vt:lpstr>
      <vt:lpstr>CA027 - Azure DevOps - Requerir MFA - Para todos los usuarios</vt:lpstr>
      <vt:lpstr>CA028 - Todas las aplicaciones en la nube - Bloquear acceso - Para cuentas de servicio - Cuando el acceso provenga de paises no permitidos</vt:lpstr>
      <vt:lpstr>CA029 - Todas las aplicaciones en la nube - Requerir ubicacion confiable - Para cuentas de servicio</vt:lpstr>
      <vt:lpstr>CA032 - Todas las aplicaciones en la nube - Bloquear acceso - Para identidades de agente - Cuando el riesgo sea alto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Policy Documentation</dc:title>
  <dc:subject>Conditional Access</dc:subject>
  <dc:creator>Merill Fernando (HE/HIM)</dc:creator>
  <cp:lastModifiedBy>Giancarlo Lopez Plasencia</cp:lastModifiedBy>
  <cp:revision>388</cp:revision>
  <dcterms:created xsi:type="dcterms:W3CDTF">2022-02-27T10:26:08Z</dcterms:created>
  <dcterms:modified xsi:type="dcterms:W3CDTF">2026-05-10T19:55:45Z</dcterms:modified>
</cp:coreProperties>
</file>